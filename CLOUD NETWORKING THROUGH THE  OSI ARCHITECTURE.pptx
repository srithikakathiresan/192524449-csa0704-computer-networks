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7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00:53:25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9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13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59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4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98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7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67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08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660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77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13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2963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277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638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844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37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0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624AB3E-5B78-4041-8B7C-39E40EBD02B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C1A66-E805-462A-B2E6-7CF7415518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4728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76A2-7477-3411-0595-721A45CE6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2616" y="3313998"/>
            <a:ext cx="8825658" cy="100282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     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OSI ARCHITECTURE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31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CSA0704-COMPUTER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0C81C-BD97-3F90-3D29-5D37BC39E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819910"/>
            <a:ext cx="8825658" cy="861420"/>
          </a:xfrm>
        </p:spPr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     GUIDED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SRITHIKA.K(192524449)                                              DR.JESU JAYARIN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74B8D-CB98-221C-8565-206F2F17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64" y="244550"/>
            <a:ext cx="8825658" cy="13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8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01C3-F04B-FF9A-0E62-DF2C5E33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3B23-B249-8C61-48D4-139FC43DE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60968"/>
            <a:ext cx="8946541" cy="48874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users, devices and cloud services through the internet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communication between clients and cloud data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on-demand access to storage, applications and computing resources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Architecture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7-layer reference model for network communication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Standardlizes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data is transmitted across networks</a:t>
            </a:r>
          </a:p>
        </p:txBody>
      </p:sp>
    </p:spTree>
    <p:extLst>
      <p:ext uri="{BB962C8B-B14F-4D97-AF65-F5344CB8AC3E}">
        <p14:creationId xmlns:p14="http://schemas.microsoft.com/office/powerpoint/2010/main" val="196337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ED83-27E9-4A44-5F5D-47370F58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80753"/>
            <a:ext cx="9404723" cy="1672495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LAYERS IN CLOUD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6926-9FA3-4960-354B-4D1146658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906648"/>
            <a:ext cx="8946541" cy="53417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applications and servicers to users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Encrypts, decrypts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compresss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and maintains communication session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data delivery using TCP/UDP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a data frames between network devices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bits through cables,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optics or wireless media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7FB636-BEAA-C26A-23C8-DF2987AB2622}"/>
                  </a:ext>
                </a:extLst>
              </p14:cNvPr>
              <p14:cNvContentPartPr/>
              <p14:nvPr/>
            </p14:nvContentPartPr>
            <p14:xfrm>
              <a:off x="1700941" y="829139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7FB636-BEAA-C26A-23C8-DF2987AB26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4821" y="82301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776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FAF7-97C9-9EEE-7254-C9F31D37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IN CLOUD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B1FF-00FE-387E-ED47-207DD24EF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88558"/>
            <a:ext cx="8946541" cy="4759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sends a request to a cloud application.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processes the request.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encrypts the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layer establishes communication.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divides data into segments.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routes packets to the cloud server.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and Physical layers transmit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 processes the request and returns the response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016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E49E-EA37-0AC6-9F11-DDC72233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76447"/>
            <a:ext cx="10741359" cy="1576801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CLOUD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FE2F-9CDD-BE8A-8C21-015A5500E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65274"/>
            <a:ext cx="8946541" cy="498312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Store, access, and share files online (Google Drive, OneDrive, Dropbox).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Hosting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Host websites and web applications on cloud servers.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Deliver high-quality video content through platforms like YouTube and Netflix.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Collaboration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 teams to work together using tools like Google Workspace and Microsoft 365.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and manage virtual servers without physical hardware.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Hosting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 and manage large amounts of data securely in the cloud.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Recovery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Backup and restore data quickly during system failures.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342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1EEBA-2570-2AAD-732F-E4CCD1861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137" y="1447799"/>
            <a:ext cx="8825658" cy="2401187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THANK 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05B03-BD3A-0FD6-E62E-6923E555D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171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</TotalTime>
  <Words>305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Century Gothic</vt:lpstr>
      <vt:lpstr>Times New Roman</vt:lpstr>
      <vt:lpstr>Wingdings</vt:lpstr>
      <vt:lpstr>Wingdings 3</vt:lpstr>
      <vt:lpstr>Ion</vt:lpstr>
      <vt:lpstr>CLOUD NETWORKING THROUGH THE       THE OSI ARCHITECTURE               CSA0704-COMPUTER NETWORKS</vt:lpstr>
      <vt:lpstr>INTRODUCTION</vt:lpstr>
      <vt:lpstr>OSI LAYERS IN CLOUD NETWORKING</vt:lpstr>
      <vt:lpstr>DATA FLOW IN CLOUD NETWORKING</vt:lpstr>
      <vt:lpstr>APPLICATIONS OF CLOUD NETWORKING</vt:lpstr>
      <vt:lpstr>               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Sri</dc:creator>
  <cp:lastModifiedBy>Sri Sri</cp:lastModifiedBy>
  <cp:revision>1</cp:revision>
  <dcterms:created xsi:type="dcterms:W3CDTF">2026-07-17T00:35:55Z</dcterms:created>
  <dcterms:modified xsi:type="dcterms:W3CDTF">2026-07-17T01:24:27Z</dcterms:modified>
</cp:coreProperties>
</file>